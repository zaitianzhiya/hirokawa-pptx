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66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473" y="6444529"/>
            <a:ext cx="12219709" cy="428625"/>
          </a:xfrm>
          <a:prstGeom prst="rect">
            <a:avLst/>
          </a:prstGeom>
        </p:spPr>
      </p:pic>
      <p:sp>
        <p:nvSpPr>
          <p:cNvPr id="9" name="文本框 8"/>
          <p:cNvSpPr txBox="1"/>
          <p:nvPr userDrawn="1"/>
        </p:nvSpPr>
        <p:spPr>
          <a:xfrm>
            <a:off x="0" y="6529551"/>
            <a:ext cx="6742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上海广川科技有限公司 </a:t>
            </a:r>
            <a:r>
              <a:rPr lang="en-US" altLang="zh-CN" sz="1200" baseline="0" dirty="0">
                <a:solidFill>
                  <a:schemeClr val="bg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Shanghai HIROKAWA Technology Co.,Ltd.</a:t>
            </a:r>
            <a:endParaRPr lang="zh-CN" altLang="en-US" sz="1200" baseline="0" dirty="0">
              <a:solidFill>
                <a:schemeClr val="bg1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8" name="正方形/長方形 10">
            <a:extLst>
              <a:ext uri="{FF2B5EF4-FFF2-40B4-BE49-F238E27FC236}">
                <a16:creationId xmlns:a16="http://schemas.microsoft.com/office/drawing/2014/main" id="{440DBCCD-80DD-4133-8281-D06BDD947A6E}"/>
              </a:ext>
            </a:extLst>
          </p:cNvPr>
          <p:cNvSpPr/>
          <p:nvPr userDrawn="1"/>
        </p:nvSpPr>
        <p:spPr>
          <a:xfrm>
            <a:off x="10884023" y="0"/>
            <a:ext cx="1307977" cy="1864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b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en-US" altLang="ja-JP" sz="1200" dirty="0">
                <a:solidFill>
                  <a:srgbClr val="FF000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CONFIDENTIAL</a:t>
            </a:r>
            <a:endParaRPr kumimoji="1" lang="ja-JP" altLang="en-US" sz="1200" dirty="0">
              <a:solidFill>
                <a:srgbClr val="FF0000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E1D8F822-8BDC-482F-8B55-65342E467753}"/>
              </a:ext>
            </a:extLst>
          </p:cNvPr>
          <p:cNvSpPr txBox="1">
            <a:spLocks/>
          </p:cNvSpPr>
          <p:nvPr userDrawn="1"/>
        </p:nvSpPr>
        <p:spPr>
          <a:xfrm>
            <a:off x="9448800" y="64755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kern="1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83289-F11A-4889-9C48-333019284483}" type="slidenum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540000"/>
            <a:ext cx="1800000" cy="36293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5" r="76872" b="3725"/>
          <a:stretch/>
        </p:blipFill>
        <p:spPr>
          <a:xfrm>
            <a:off x="8008851" y="1328885"/>
            <a:ext cx="2880822" cy="404047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65C1BEC-5DDC-4846-B347-4C30F400942F}"/>
              </a:ext>
            </a:extLst>
          </p:cNvPr>
          <p:cNvSpPr txBox="1"/>
          <p:nvPr userDrawn="1"/>
        </p:nvSpPr>
        <p:spPr>
          <a:xfrm>
            <a:off x="48496" y="6296887"/>
            <a:ext cx="463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V2.0</a:t>
            </a:r>
            <a:endParaRPr lang="zh-CN" altLang="en-US" sz="11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タイトル 7">
            <a:extLst>
              <a:ext uri="{FF2B5EF4-FFF2-40B4-BE49-F238E27FC236}">
                <a16:creationId xmlns:a16="http://schemas.microsoft.com/office/drawing/2014/main" id="{0A630959-525A-4FAC-BCF4-42AC36175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0973" y="2297251"/>
            <a:ext cx="6458959" cy="1343730"/>
          </a:xfrm>
        </p:spPr>
        <p:txBody>
          <a:bodyPr>
            <a:normAutofit/>
          </a:bodyPr>
          <a:lstStyle/>
          <a:p>
            <a:pPr algn="l"/>
            <a:r>
              <a:rPr lang="zh-CN" altLang="en-US" sz="4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**</a:t>
            </a:r>
            <a:r>
              <a:rPr lang="ja-JP" altLang="en-US" sz="4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lang="zh-CN" altLang="en-US" sz="44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资料</a:t>
            </a:r>
            <a:r>
              <a:rPr lang="en-US" altLang="zh-CN" sz="44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44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kumimoji="1" lang="ja-JP" altLang="en-US" sz="4400" dirty="0"/>
          </a:p>
        </p:txBody>
      </p:sp>
      <p:sp>
        <p:nvSpPr>
          <p:cNvPr id="6" name="テキスト プレースホルダー 9">
            <a:extLst>
              <a:ext uri="{FF2B5EF4-FFF2-40B4-BE49-F238E27FC236}">
                <a16:creationId xmlns:a16="http://schemas.microsoft.com/office/drawing/2014/main" id="{707E7170-1E3F-4F1D-A1DB-654CF8A03EBC}"/>
              </a:ext>
            </a:extLst>
          </p:cNvPr>
          <p:cNvSpPr txBox="1">
            <a:spLocks/>
          </p:cNvSpPr>
          <p:nvPr/>
        </p:nvSpPr>
        <p:spPr>
          <a:xfrm>
            <a:off x="580973" y="3555807"/>
            <a:ext cx="6225608" cy="37470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文書番号：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（广川）技术</a:t>
            </a:r>
            <a:r>
              <a:rPr kumimoji="1" lang="en-US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A202608-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****</a:t>
            </a:r>
            <a:endParaRPr kumimoji="1" lang="ja-JP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テキスト プレースホルダー 9"/>
          <p:cNvSpPr txBox="1">
            <a:spLocks/>
          </p:cNvSpPr>
          <p:nvPr/>
        </p:nvSpPr>
        <p:spPr>
          <a:xfrm>
            <a:off x="580973" y="5401360"/>
            <a:ext cx="2957426" cy="9936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メイリオ" panose="020B0604030504040204" pitchFamily="50" charset="-128"/>
              </a:rPr>
              <a:t>上海广川科技有限公司</a:t>
            </a:r>
            <a:endParaRPr kumimoji="1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メイリオ" panose="020B0604030504040204" pitchFamily="50" charset="-128"/>
              </a:rPr>
              <a:t>技术本部</a:t>
            </a:r>
            <a:endParaRPr kumimoji="1" lang="en-US" altLang="ja-JP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メイリオ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ja-JP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仿宋"/>
              <a:cs typeface="+mn-cs"/>
            </a:endParaRPr>
          </a:p>
        </p:txBody>
      </p:sp>
      <p:grpSp>
        <p:nvGrpSpPr>
          <p:cNvPr id="8" name="グループ化 1"/>
          <p:cNvGrpSpPr/>
          <p:nvPr/>
        </p:nvGrpSpPr>
        <p:grpSpPr>
          <a:xfrm>
            <a:off x="4447714" y="5291773"/>
            <a:ext cx="3263847" cy="1115687"/>
            <a:chOff x="4002086" y="5286797"/>
            <a:chExt cx="3740399" cy="1115687"/>
          </a:xfrm>
        </p:grpSpPr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4002086" y="5288389"/>
              <a:ext cx="3740399" cy="1114095"/>
            </a:xfrm>
            <a:prstGeom prst="rect">
              <a:avLst/>
            </a:prstGeom>
            <a:solidFill>
              <a:schemeClr val="bg1"/>
            </a:solidFill>
            <a:ln w="19050" algn="ctr">
              <a:solidFill>
                <a:srgbClr val="331D9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50" charset="-128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50" charset="-128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50" charset="-128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50" charset="-128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50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4002087" y="5684507"/>
              <a:ext cx="3740398" cy="11002"/>
            </a:xfrm>
            <a:prstGeom prst="line">
              <a:avLst/>
            </a:prstGeom>
            <a:noFill/>
            <a:ln w="19050">
              <a:solidFill>
                <a:srgbClr val="28166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6819248" y="5296956"/>
              <a:ext cx="0" cy="1105527"/>
            </a:xfrm>
            <a:prstGeom prst="line">
              <a:avLst/>
            </a:prstGeom>
            <a:noFill/>
            <a:ln w="19050">
              <a:solidFill>
                <a:srgbClr val="28166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5865489" y="5286797"/>
              <a:ext cx="0" cy="1115686"/>
            </a:xfrm>
            <a:prstGeom prst="line">
              <a:avLst/>
            </a:prstGeom>
            <a:noFill/>
            <a:ln w="19050">
              <a:solidFill>
                <a:srgbClr val="28166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</p:grpSp>
      <p:sp>
        <p:nvSpPr>
          <p:cNvPr id="13" name="テキスト プレースホルダー 9">
            <a:extLst>
              <a:ext uri="{FF2B5EF4-FFF2-40B4-BE49-F238E27FC236}">
                <a16:creationId xmlns:a16="http://schemas.microsoft.com/office/drawing/2014/main" id="{B53EDBF9-9502-46D0-AE20-2BA7D2658898}"/>
              </a:ext>
            </a:extLst>
          </p:cNvPr>
          <p:cNvSpPr txBox="1">
            <a:spLocks/>
          </p:cNvSpPr>
          <p:nvPr/>
        </p:nvSpPr>
        <p:spPr>
          <a:xfrm>
            <a:off x="6791407" y="5709052"/>
            <a:ext cx="1041395" cy="68598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***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CN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rPr>
              <a:t>26/02</a:t>
            </a:r>
            <a:endParaRPr kumimoji="1" lang="ja-JP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メイリオ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5258446" y="5291774"/>
            <a:ext cx="0" cy="1115686"/>
          </a:xfrm>
          <a:prstGeom prst="line">
            <a:avLst/>
          </a:prstGeom>
          <a:noFill/>
          <a:ln w="19050">
            <a:solidFill>
              <a:srgbClr val="28166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4545313" y="5307645"/>
            <a:ext cx="54854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9128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defTabSz="9128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defTabSz="9128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defTabSz="9128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defTabSz="9128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2813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批 准</a:t>
            </a:r>
            <a:endParaRPr kumimoji="1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50" charset="-128"/>
            </a:endParaRPr>
          </a:p>
          <a:p>
            <a:pPr marL="0" marR="0" lvl="0" indent="0" algn="ctr" defTabSz="912813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APPR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</a:t>
            </a:r>
            <a:endParaRPr kumimoji="1" lang="ja-JP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5340854" y="5316394"/>
            <a:ext cx="6607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9128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defTabSz="9128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defTabSz="9128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defTabSz="9128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defTabSz="9128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2813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校 核</a:t>
            </a:r>
            <a:endParaRPr kumimoji="1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50" charset="-128"/>
            </a:endParaRPr>
          </a:p>
          <a:p>
            <a:pPr marL="0" marR="0" lvl="0" indent="0" algn="ctr" defTabSz="912813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CHECK.</a:t>
            </a:r>
            <a:endParaRPr kumimoji="1" lang="ja-JP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Meiryo UI" panose="020B0604030504040204" pitchFamily="50" charset="-128"/>
              <a:cs typeface="Times New Roman" panose="02020603050405020304" pitchFamily="18" charset="0"/>
            </a:endParaRPr>
          </a:p>
        </p:txBody>
      </p:sp>
      <p:sp>
        <p:nvSpPr>
          <p:cNvPr id="17" name="Text Box 12"/>
          <p:cNvSpPr txBox="1">
            <a:spLocks noChangeArrowheads="1"/>
          </p:cNvSpPr>
          <p:nvPr/>
        </p:nvSpPr>
        <p:spPr bwMode="auto">
          <a:xfrm>
            <a:off x="6161874" y="5321369"/>
            <a:ext cx="6607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9128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defTabSz="9128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defTabSz="9128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defTabSz="9128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defTabSz="9128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2813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校 核</a:t>
            </a:r>
            <a:endParaRPr kumimoji="1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50" charset="-128"/>
            </a:endParaRPr>
          </a:p>
          <a:p>
            <a:pPr marL="0" marR="0" lvl="0" indent="0" algn="ctr" defTabSz="912813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CHECK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</a:t>
            </a:r>
            <a:endParaRPr kumimoji="1" lang="ja-JP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7013329" y="5318208"/>
            <a:ext cx="6286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9128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 defTabSz="9128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 defTabSz="9128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 defTabSz="9128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 defTabSz="912813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2813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eiryo UI" panose="020B0604030504040204" pitchFamily="50" charset="-128"/>
              </a:rPr>
              <a:t>作 成</a:t>
            </a:r>
            <a:endParaRPr kumimoji="1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50" charset="-128"/>
            </a:endParaRPr>
          </a:p>
          <a:p>
            <a:pPr marL="0" marR="0" lvl="0" indent="0" algn="ctr" defTabSz="912813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eiryo UI" panose="020B0604030504040204" pitchFamily="50" charset="-128"/>
                <a:cs typeface="Times New Roman" panose="02020603050405020304" pitchFamily="18" charset="0"/>
              </a:rPr>
              <a:t>DRAW</a:t>
            </a: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</a:t>
            </a:r>
            <a:endParaRPr kumimoji="1" lang="ja-JP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473" y="6444529"/>
            <a:ext cx="12219709" cy="428625"/>
          </a:xfrm>
          <a:prstGeom prst="rect">
            <a:avLst/>
          </a:prstGeom>
        </p:spPr>
      </p:pic>
      <p:sp>
        <p:nvSpPr>
          <p:cNvPr id="9" name="文本框 8"/>
          <p:cNvSpPr txBox="1"/>
          <p:nvPr userDrawn="1"/>
        </p:nvSpPr>
        <p:spPr>
          <a:xfrm>
            <a:off x="0" y="6529551"/>
            <a:ext cx="6742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上海广川科技有限公司 </a:t>
            </a:r>
            <a:r>
              <a:rPr lang="en-US" altLang="zh-CN" sz="1200" baseline="0" dirty="0">
                <a:solidFill>
                  <a:schemeClr val="bg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Shanghai HIROKAWA Technology Co.,Ltd.</a:t>
            </a:r>
            <a:endParaRPr lang="zh-CN" altLang="en-US" sz="1200" baseline="0" dirty="0">
              <a:solidFill>
                <a:schemeClr val="bg1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8" name="正方形/長方形 10">
            <a:extLst>
              <a:ext uri="{FF2B5EF4-FFF2-40B4-BE49-F238E27FC236}">
                <a16:creationId xmlns:a16="http://schemas.microsoft.com/office/drawing/2014/main" id="{440DBCCD-80DD-4133-8281-D06BDD947A6E}"/>
              </a:ext>
            </a:extLst>
          </p:cNvPr>
          <p:cNvSpPr/>
          <p:nvPr userDrawn="1"/>
        </p:nvSpPr>
        <p:spPr>
          <a:xfrm>
            <a:off x="10884023" y="0"/>
            <a:ext cx="1307977" cy="1864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b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en-US" altLang="ja-JP" sz="1200" dirty="0">
                <a:solidFill>
                  <a:srgbClr val="FF000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CONFIDENTIAL</a:t>
            </a:r>
            <a:endParaRPr kumimoji="1" lang="ja-JP" altLang="en-US" sz="1200" dirty="0">
              <a:solidFill>
                <a:srgbClr val="FF0000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E1D8F822-8BDC-482F-8B55-65342E467753}"/>
              </a:ext>
            </a:extLst>
          </p:cNvPr>
          <p:cNvSpPr txBox="1">
            <a:spLocks/>
          </p:cNvSpPr>
          <p:nvPr userDrawn="1"/>
        </p:nvSpPr>
        <p:spPr>
          <a:xfrm>
            <a:off x="9448800" y="64755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kern="1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83289-F11A-4889-9C48-333019284483}" type="slidenum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12" name="直接连接符 11"/>
          <p:cNvCxnSpPr>
            <a:cxnSpLocks/>
          </p:cNvCxnSpPr>
          <p:nvPr userDrawn="1"/>
        </p:nvCxnSpPr>
        <p:spPr>
          <a:xfrm>
            <a:off x="332509" y="627893"/>
            <a:ext cx="9217891" cy="0"/>
          </a:xfrm>
          <a:prstGeom prst="line">
            <a:avLst/>
          </a:prstGeom>
          <a:ln>
            <a:solidFill>
              <a:srgbClr val="331D93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CF755BCF-4CFB-44D1-AC95-EB9026D830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55" y="274080"/>
            <a:ext cx="1233000" cy="28961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76EFC2B-2A50-4AE5-A4AC-89191EFF816A}"/>
              </a:ext>
            </a:extLst>
          </p:cNvPr>
          <p:cNvSpPr txBox="1"/>
          <p:nvPr userDrawn="1"/>
        </p:nvSpPr>
        <p:spPr>
          <a:xfrm>
            <a:off x="100715" y="6230107"/>
            <a:ext cx="463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V2.0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标题 2"/>
          <p:cNvSpPr txBox="1">
            <a:spLocks/>
          </p:cNvSpPr>
          <p:nvPr/>
        </p:nvSpPr>
        <p:spPr>
          <a:xfrm>
            <a:off x="332509" y="88037"/>
            <a:ext cx="9217891" cy="5289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改版履历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graphicFrame>
        <p:nvGraphicFramePr>
          <p:cNvPr id="9" name="内容占位符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9992584"/>
              </p:ext>
            </p:extLst>
          </p:nvPr>
        </p:nvGraphicFramePr>
        <p:xfrm>
          <a:off x="332509" y="801493"/>
          <a:ext cx="10587025" cy="5155423"/>
        </p:xfrm>
        <a:graphic>
          <a:graphicData uri="http://schemas.openxmlformats.org/drawingml/2006/table">
            <a:tbl>
              <a:tblPr firstRow="1" bandRow="1"/>
              <a:tblGrid>
                <a:gridCol w="943357">
                  <a:extLst>
                    <a:ext uri="{9D8B030D-6E8A-4147-A177-3AD203B41FA5}">
                      <a16:colId xmlns:a16="http://schemas.microsoft.com/office/drawing/2014/main" val="3103673089"/>
                    </a:ext>
                  </a:extLst>
                </a:gridCol>
                <a:gridCol w="1696057">
                  <a:extLst>
                    <a:ext uri="{9D8B030D-6E8A-4147-A177-3AD203B41FA5}">
                      <a16:colId xmlns:a16="http://schemas.microsoft.com/office/drawing/2014/main" val="1589343220"/>
                    </a:ext>
                  </a:extLst>
                </a:gridCol>
                <a:gridCol w="6030425">
                  <a:extLst>
                    <a:ext uri="{9D8B030D-6E8A-4147-A177-3AD203B41FA5}">
                      <a16:colId xmlns:a16="http://schemas.microsoft.com/office/drawing/2014/main" val="604829707"/>
                    </a:ext>
                  </a:extLst>
                </a:gridCol>
                <a:gridCol w="958593">
                  <a:extLst>
                    <a:ext uri="{9D8B030D-6E8A-4147-A177-3AD203B41FA5}">
                      <a16:colId xmlns:a16="http://schemas.microsoft.com/office/drawing/2014/main" val="394365668"/>
                    </a:ext>
                  </a:extLst>
                </a:gridCol>
                <a:gridCol w="958593">
                  <a:extLst>
                    <a:ext uri="{9D8B030D-6E8A-4147-A177-3AD203B41FA5}">
                      <a16:colId xmlns:a16="http://schemas.microsoft.com/office/drawing/2014/main" val="2558544247"/>
                    </a:ext>
                  </a:extLst>
                </a:gridCol>
              </a:tblGrid>
              <a:tr h="3965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版本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6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改版时间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6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改版理由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6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作成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6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承认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6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577928"/>
                  </a:ext>
                </a:extLst>
              </a:tr>
              <a:tr h="3965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2024-*-*</a:t>
                      </a:r>
                      <a:endParaRPr lang="zh-CN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dirty="0">
                          <a:latin typeface="仿宋" panose="02010609060101010101" pitchFamily="49" charset="-122"/>
                          <a:ea typeface="仿宋" panose="02010609060101010101" pitchFamily="49" charset="-122"/>
                        </a:rPr>
                        <a:t>初版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924087"/>
                  </a:ext>
                </a:extLst>
              </a:tr>
              <a:tr h="3965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927103"/>
                  </a:ext>
                </a:extLst>
              </a:tr>
              <a:tr h="3965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7794"/>
                  </a:ext>
                </a:extLst>
              </a:tr>
              <a:tr h="3965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317520"/>
                  </a:ext>
                </a:extLst>
              </a:tr>
              <a:tr h="3965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64738"/>
                  </a:ext>
                </a:extLst>
              </a:tr>
              <a:tr h="3965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953607"/>
                  </a:ext>
                </a:extLst>
              </a:tr>
              <a:tr h="3965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646930"/>
                  </a:ext>
                </a:extLst>
              </a:tr>
              <a:tr h="3965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695701"/>
                  </a:ext>
                </a:extLst>
              </a:tr>
              <a:tr h="3965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540202"/>
                  </a:ext>
                </a:extLst>
              </a:tr>
              <a:tr h="3965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8242"/>
                  </a:ext>
                </a:extLst>
              </a:tr>
              <a:tr h="3965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510726"/>
                  </a:ext>
                </a:extLst>
              </a:tr>
              <a:tr h="39657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1821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473" y="6444529"/>
            <a:ext cx="12219709" cy="428625"/>
          </a:xfrm>
          <a:prstGeom prst="rect">
            <a:avLst/>
          </a:prstGeom>
        </p:spPr>
      </p:pic>
      <p:sp>
        <p:nvSpPr>
          <p:cNvPr id="9" name="文本框 8"/>
          <p:cNvSpPr txBox="1"/>
          <p:nvPr userDrawn="1"/>
        </p:nvSpPr>
        <p:spPr>
          <a:xfrm>
            <a:off x="0" y="6529551"/>
            <a:ext cx="6742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上海广川科技有限公司 </a:t>
            </a:r>
            <a:r>
              <a:rPr lang="en-US" altLang="zh-CN" sz="1200" baseline="0" dirty="0">
                <a:solidFill>
                  <a:schemeClr val="bg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Shanghai HIROKAWA Technology Co.,Ltd.</a:t>
            </a:r>
            <a:endParaRPr lang="zh-CN" altLang="en-US" sz="1200" baseline="0" dirty="0">
              <a:solidFill>
                <a:schemeClr val="bg1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8" name="正方形/長方形 10">
            <a:extLst>
              <a:ext uri="{FF2B5EF4-FFF2-40B4-BE49-F238E27FC236}">
                <a16:creationId xmlns:a16="http://schemas.microsoft.com/office/drawing/2014/main" id="{440DBCCD-80DD-4133-8281-D06BDD947A6E}"/>
              </a:ext>
            </a:extLst>
          </p:cNvPr>
          <p:cNvSpPr/>
          <p:nvPr userDrawn="1"/>
        </p:nvSpPr>
        <p:spPr>
          <a:xfrm>
            <a:off x="10884023" y="0"/>
            <a:ext cx="1307977" cy="1864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b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en-US" altLang="ja-JP" sz="1200" dirty="0">
                <a:solidFill>
                  <a:srgbClr val="FF000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CONFIDENTIAL</a:t>
            </a:r>
            <a:endParaRPr kumimoji="1" lang="ja-JP" altLang="en-US" sz="1200" dirty="0">
              <a:solidFill>
                <a:srgbClr val="FF0000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E1D8F822-8BDC-482F-8B55-65342E467753}"/>
              </a:ext>
            </a:extLst>
          </p:cNvPr>
          <p:cNvSpPr txBox="1">
            <a:spLocks/>
          </p:cNvSpPr>
          <p:nvPr userDrawn="1"/>
        </p:nvSpPr>
        <p:spPr>
          <a:xfrm>
            <a:off x="9448800" y="64755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kern="1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83289-F11A-4889-9C48-333019284483}" type="slidenum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12" name="直接连接符 11"/>
          <p:cNvCxnSpPr>
            <a:cxnSpLocks/>
          </p:cNvCxnSpPr>
          <p:nvPr userDrawn="1"/>
        </p:nvCxnSpPr>
        <p:spPr>
          <a:xfrm>
            <a:off x="332509" y="627893"/>
            <a:ext cx="9217891" cy="0"/>
          </a:xfrm>
          <a:prstGeom prst="line">
            <a:avLst/>
          </a:prstGeom>
          <a:ln>
            <a:solidFill>
              <a:srgbClr val="331D93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CF755BCF-4CFB-44D1-AC95-EB9026D830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55" y="274080"/>
            <a:ext cx="1233000" cy="28961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76EFC2B-2A50-4AE5-A4AC-89191EFF816A}"/>
              </a:ext>
            </a:extLst>
          </p:cNvPr>
          <p:cNvSpPr txBox="1"/>
          <p:nvPr userDrawn="1"/>
        </p:nvSpPr>
        <p:spPr>
          <a:xfrm>
            <a:off x="100715" y="6230107"/>
            <a:ext cx="463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V2.0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332509" y="88037"/>
            <a:ext cx="9217891" cy="5289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1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、（标题）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2437" y="1015999"/>
            <a:ext cx="1884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/>
                <a:cs typeface="Times New Roman" panose="02020603050405020304" pitchFamily="18" charset="0"/>
              </a:rPr>
              <a:t>（正文）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66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473" y="6444529"/>
            <a:ext cx="12219709" cy="428625"/>
          </a:xfrm>
          <a:prstGeom prst="rect">
            <a:avLst/>
          </a:prstGeom>
        </p:spPr>
      </p:pic>
      <p:sp>
        <p:nvSpPr>
          <p:cNvPr id="9" name="文本框 8"/>
          <p:cNvSpPr txBox="1"/>
          <p:nvPr userDrawn="1"/>
        </p:nvSpPr>
        <p:spPr>
          <a:xfrm>
            <a:off x="0" y="6529551"/>
            <a:ext cx="6742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上海广川科技有限公司 </a:t>
            </a:r>
            <a:r>
              <a:rPr lang="en-US" altLang="zh-CN" sz="1200" baseline="0" dirty="0">
                <a:solidFill>
                  <a:schemeClr val="bg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Shanghai HIROKAWA Technology Co.,Ltd.</a:t>
            </a:r>
            <a:endParaRPr lang="zh-CN" altLang="en-US" sz="1200" baseline="0" dirty="0">
              <a:solidFill>
                <a:schemeClr val="bg1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8" name="正方形/長方形 10">
            <a:extLst>
              <a:ext uri="{FF2B5EF4-FFF2-40B4-BE49-F238E27FC236}">
                <a16:creationId xmlns:a16="http://schemas.microsoft.com/office/drawing/2014/main" id="{440DBCCD-80DD-4133-8281-D06BDD947A6E}"/>
              </a:ext>
            </a:extLst>
          </p:cNvPr>
          <p:cNvSpPr/>
          <p:nvPr userDrawn="1"/>
        </p:nvSpPr>
        <p:spPr>
          <a:xfrm>
            <a:off x="10884023" y="0"/>
            <a:ext cx="1307977" cy="1864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b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en-US" altLang="ja-JP" sz="1200" dirty="0">
                <a:solidFill>
                  <a:srgbClr val="FF000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CONFIDENTIAL</a:t>
            </a:r>
            <a:endParaRPr kumimoji="1" lang="ja-JP" altLang="en-US" sz="1200" dirty="0">
              <a:solidFill>
                <a:srgbClr val="FF0000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E1D8F822-8BDC-482F-8B55-65342E467753}"/>
              </a:ext>
            </a:extLst>
          </p:cNvPr>
          <p:cNvSpPr txBox="1">
            <a:spLocks/>
          </p:cNvSpPr>
          <p:nvPr userDrawn="1"/>
        </p:nvSpPr>
        <p:spPr>
          <a:xfrm>
            <a:off x="9448800" y="64755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kern="1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83289-F11A-4889-9C48-333019284483}" type="slidenum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5" r="76872" b="3725"/>
          <a:stretch/>
        </p:blipFill>
        <p:spPr>
          <a:xfrm>
            <a:off x="8008851" y="1328885"/>
            <a:ext cx="2880822" cy="4040470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2067560" y="2418080"/>
            <a:ext cx="4754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THANKS</a:t>
            </a:r>
            <a:endParaRPr lang="zh-CN" altLang="en-US" sz="80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540000"/>
            <a:ext cx="1800000" cy="3629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8473" y="6444529"/>
            <a:ext cx="12219709" cy="428625"/>
          </a:xfrm>
          <a:prstGeom prst="rect">
            <a:avLst/>
          </a:prstGeom>
        </p:spPr>
      </p:pic>
      <p:sp>
        <p:nvSpPr>
          <p:cNvPr id="9" name="文本框 8"/>
          <p:cNvSpPr txBox="1"/>
          <p:nvPr userDrawn="1"/>
        </p:nvSpPr>
        <p:spPr>
          <a:xfrm>
            <a:off x="0" y="6529551"/>
            <a:ext cx="6742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上海广川科技有限公司 </a:t>
            </a:r>
            <a:r>
              <a:rPr lang="en-US" altLang="zh-CN" sz="1200" baseline="0" dirty="0">
                <a:solidFill>
                  <a:schemeClr val="bg1"/>
                </a:solidFill>
                <a:latin typeface="Arial" panose="020B0604020202020204" pitchFamily="34" charset="0"/>
                <a:ea typeface="Meiryo UI" panose="020B0604030504040204" pitchFamily="50" charset="-128"/>
                <a:cs typeface="Arial" panose="020B0604020202020204" pitchFamily="34" charset="0"/>
              </a:rPr>
              <a:t>Shanghai HIROKAWA Technology Co.,Ltd.</a:t>
            </a:r>
            <a:endParaRPr lang="zh-CN" altLang="en-US" sz="1200" baseline="0" dirty="0">
              <a:solidFill>
                <a:schemeClr val="bg1"/>
              </a:solidFill>
              <a:latin typeface="Arial" panose="020B0604020202020204" pitchFamily="34" charset="0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8" name="正方形/長方形 10">
            <a:extLst>
              <a:ext uri="{FF2B5EF4-FFF2-40B4-BE49-F238E27FC236}">
                <a16:creationId xmlns:a16="http://schemas.microsoft.com/office/drawing/2014/main" id="{440DBCCD-80DD-4133-8281-D06BDD947A6E}"/>
              </a:ext>
            </a:extLst>
          </p:cNvPr>
          <p:cNvSpPr/>
          <p:nvPr userDrawn="1"/>
        </p:nvSpPr>
        <p:spPr>
          <a:xfrm>
            <a:off x="10884023" y="0"/>
            <a:ext cx="1307977" cy="1864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b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en-US" altLang="ja-JP" sz="1200" dirty="0">
                <a:solidFill>
                  <a:srgbClr val="FF0000"/>
                </a:solidFill>
                <a:latin typeface="Arial" panose="020B0604020202020204" pitchFamily="34" charset="0"/>
                <a:ea typeface="メイリオ" panose="020B0604030504040204" pitchFamily="50" charset="-128"/>
                <a:cs typeface="Arial" panose="020B0604020202020204" pitchFamily="34" charset="0"/>
              </a:rPr>
              <a:t>CONFIDENTIAL</a:t>
            </a:r>
            <a:endParaRPr kumimoji="1" lang="ja-JP" altLang="en-US" sz="1200" dirty="0">
              <a:solidFill>
                <a:srgbClr val="FF0000"/>
              </a:solidFill>
              <a:latin typeface="Arial" panose="020B0604020202020204" pitchFamily="34" charset="0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E1D8F822-8BDC-482F-8B55-65342E467753}"/>
              </a:ext>
            </a:extLst>
          </p:cNvPr>
          <p:cNvSpPr txBox="1">
            <a:spLocks/>
          </p:cNvSpPr>
          <p:nvPr userDrawn="1"/>
        </p:nvSpPr>
        <p:spPr>
          <a:xfrm>
            <a:off x="9448800" y="64755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050" kern="1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383289-F11A-4889-9C48-333019284483}" type="slidenum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cxnSp>
        <p:nvCxnSpPr>
          <p:cNvPr id="12" name="直接连接符 11"/>
          <p:cNvCxnSpPr>
            <a:cxnSpLocks/>
          </p:cNvCxnSpPr>
          <p:nvPr userDrawn="1"/>
        </p:nvCxnSpPr>
        <p:spPr>
          <a:xfrm>
            <a:off x="332509" y="627893"/>
            <a:ext cx="9217891" cy="0"/>
          </a:xfrm>
          <a:prstGeom prst="line">
            <a:avLst/>
          </a:prstGeom>
          <a:ln>
            <a:solidFill>
              <a:srgbClr val="331D93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CF755BCF-4CFB-44D1-AC95-EB9026D830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55" y="274080"/>
            <a:ext cx="1233000" cy="28961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76EFC2B-2A50-4AE5-A4AC-89191EFF816A}"/>
              </a:ext>
            </a:extLst>
          </p:cNvPr>
          <p:cNvSpPr txBox="1"/>
          <p:nvPr userDrawn="1"/>
        </p:nvSpPr>
        <p:spPr>
          <a:xfrm>
            <a:off x="100715" y="6230107"/>
            <a:ext cx="463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V2.0</a:t>
            </a:r>
            <a:endParaRPr lang="zh-CN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332509" y="88037"/>
            <a:ext cx="9217891" cy="5289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1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、（标题）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9184" y="1005840"/>
            <a:ext cx="5760720" cy="502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仿宋"/>
                <a:cs typeface="Times New Roman" panose="02020603050405020304" pitchFamily="18" charset="0"/>
              </a:rPr>
              <a:t>（正文）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仿宋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0" y="1188720"/>
            <a:ext cx="5394960" cy="4023360"/>
          </a:xfrm>
          <a:prstGeom prst="rect">
            <a:avLst/>
          </a:prstGeom>
          <a:solidFill>
            <a:srgbClr val="F2F2F2"/>
          </a:solidFill>
          <a:ln w="19050">
            <a:solidFill>
              <a:srgbClr val="281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808080"/>
                </a:solidFill>
                <a:latin typeface="Times New Roman"/>
                <a:ea typeface="仿宋"/>
              </a:rPr>
              <a:t>【图片占位】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